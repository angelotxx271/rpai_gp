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Venture Skeleton v0.1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Copilot · final-year IE students · v0.1 refresh · Session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762695" y="8686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cites a file. Riskiest row highlighted.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8028432"/>
                <a:gridCol w="15544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v0.1 content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Final-year IE students drift from their TFG's requirements or scope during the ~2-month gaps between deliverable meetings, and find out only at the meeting, after weeks or months of work.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opportunity.md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 them to realise when their TFG stops fulfilling its requirements or scope while working between supervisor meetings, so they don't lose weeks or months and deliver on time.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goals.md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Jobs to Be Done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 out at the meeting that the last two months of work were faulty prompts students to seek a way to know beforehand that their work meets what's required, so they can move on instead of redoing it.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jtbd.md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selected: The AI Cross-Checker, The Hopeful AI Improviser, The Accidental Discoverer. Not validated with real users.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personas/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ai-persona-01..03.md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Riskiest Assumption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2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Students will use it instead of their AI of choice. IE approval is a gate; adoption is the risk that survives the gate.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2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assumptions.md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27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 whether final-year IE students actually do their TFG work in this tool instead of their AI of choice, strongly enough to guide the next decision.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goals.md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Smallest Test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Wizard of Oz: a 20-minute session in a chat loaded with the student's topic and IE TFG guidelines; they check topic fit, structure, format and dates; answers given behind the curtain; we observe whether they stay in the chat instead of switching to their own AI.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experiment-card.md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Metric: students completing the task without opening their own AI, out of 10. Threshold ≥ 6, committed before the test. Met → CONTINUE, build a working slice. Missed → CHANGE, reframe as a complement and rerun.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experiment-card.md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strength: MEDIUM · Personas: not validated with real users · Recruitment: recruitment.md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Jobs to Be Done &amp; Selected Personas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critical personas for the same JTBD · personas/ai-persona-01..03.md, selection.md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77295" cy="868680"/>
          </a:xfrm>
          <a:prstGeom prst="roundRect">
            <a:avLst>
              <a:gd name="adj" fmla="val 631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344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to Be Done: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students work through the ~2-month gap between deliverables without knowing whether they're on track, finding out at the meeting that work was faulty prompts them to seek a way to know beforehand, so they can move on to the next phase instead of redoing 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3576218" cy="3794760"/>
          </a:xfrm>
          <a:prstGeom prst="roundRect">
            <a:avLst>
              <a:gd name="adj" fmla="val 204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41448"/>
            <a:ext cx="3210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Cross-Checker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770632"/>
            <a:ext cx="324703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almost all coursework through AI: pastes in the rubric, asks it to confirm the work meets it, and checks the result herself.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(coursework)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she'd move her TFG work off Claude for a tool that keeps her context, instead of re-prompting it each time.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– stated intention, Participant 02, not observed switching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new or unfamiliar topics she leans on the AI even more, so her own check is weakest exactly where the material is new.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07738" y="2331720"/>
            <a:ext cx="3576218" cy="3794760"/>
          </a:xfrm>
          <a:prstGeom prst="roundRect">
            <a:avLst>
              <a:gd name="adj" fmla="val 204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0618" y="2441448"/>
            <a:ext cx="3210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Hopeful AI Improviser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472330" y="2770632"/>
            <a:ext cx="324703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thesis with a familiar AI, judges the result personally, rewrites it so it won't be flagged as AI writing, then hopes it holds at the meeting.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REPORTED, second-hand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using the AI already used for most work, because it's the best-known option and worries a university tool would run an outdated model.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REPORTED, second-hand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limited time, because TFG work competes with other subjects, and rework can consume the next deliverable's time.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58277" y="2331720"/>
            <a:ext cx="3576218" cy="3794760"/>
          </a:xfrm>
          <a:prstGeom prst="roundRect">
            <a:avLst>
              <a:gd name="adj" fmla="val 204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41448"/>
            <a:ext cx="3210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Accidental Discoverer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22869" y="2770632"/>
            <a:ext cx="324703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know what TFG information exists or where to find it; TFG documents are scattered across courses and emails.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/ SUPPORTED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 critical document only because a friend happened to mention it – not through any official channel.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OBSERVED, one first-hand episode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email responses can take days, leaving the student waiting on an idea they don't yet know is safe to pursue.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REPORTED, first-hand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2026-09-21, not validated with real users (personas/selection.md). ai-persona-01's switching condition is stated, not observed (Participant 02).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Smallest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of Oz · 20-minute session · experiment-card.md, recruitment.md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501488" cy="1874520"/>
          </a:xfrm>
          <a:prstGeom prst="roundRect">
            <a:avLst>
              <a:gd name="adj" fmla="val 3902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44168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&amp; Method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73352"/>
            <a:ext cx="51357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final-year IE students will do the TFG task with the copilot instead of their AI of choice, in a 20-minute session.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Wizard of Oz – a simple chat loaded with the student's topic and the IE TFG guidelines; they ask about topic fit, structure, format and dates; answers are produced behind the curtain.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3008" y="1234440"/>
            <a:ext cx="5501488" cy="1874520"/>
          </a:xfrm>
          <a:prstGeom prst="roundRect">
            <a:avLst>
              <a:gd name="adj" fmla="val 3902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5888" y="1344168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Metric, Threshold &amp; Decision Rule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15888" y="1673352"/>
            <a:ext cx="51357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students who complete the task without opening their own AI, out of 10 tested. Threshold ≥ 6, committed before the test.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strength: MEDIUM – 10 real final-year classmates, one simulated session; some haven't started their own TFG work yet.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→ CONTINUE: build a working slice with the IE guidelines loaded. Missed → CHANGE: reframe as a complement to their own AI and rerun.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5501488" cy="2971800"/>
          </a:xfrm>
          <a:prstGeom prst="roundRect">
            <a:avLst>
              <a:gd name="adj" fmla="val 2462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pic>
        <p:nvPicPr>
          <p:cNvPr id="11" name="Image 0" descr="/home/angel271/.cache/rpai-deck-v0.1/v0_unpacked/ppt/media/image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547872"/>
            <a:ext cx="2651760" cy="235142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474720" y="3547872"/>
            <a:ext cx="230108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Prototype-v0 screenshot: what the student sees in the Wizard-of-Oz chat.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33008" y="3383280"/>
            <a:ext cx="5501488" cy="2971800"/>
          </a:xfrm>
          <a:prstGeom prst="roundRect">
            <a:avLst>
              <a:gd name="adj" fmla="val 2462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5888" y="3493008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3822192"/>
            <a:ext cx="51357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Sessions: Mon 28 Sep – Fri 2 Oct 2026. Results and decision recorded by Mon 5 Oct 2026.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tested of 12 recruited (to cover no-shows); no decision on a partial sample.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via the class WhatsApp group and the TFGPT landing page (tfgpt-production.up.railway.app).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access: recruitment.md · Full method and decision rule: experiment-card.md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Since v0, and What's Still Unknown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opportunity.md · assumptions.md · interview-evidence.md · personas/selection.md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78628" cy="2514600"/>
          </a:xfrm>
          <a:prstGeom prst="roundRect">
            <a:avLst>
              <a:gd name="adj" fmla="val 2909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81328"/>
            <a:ext cx="5112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since v0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1286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 point now centres on the ~2-month gap between TFG deliverables, not drift at any stage.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 is reframed as a failsafe: not perfect, but better than anything students have today for knowing they're on track.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riskiest assumption is kept (students using it instead of their AI of choice), now with new evidence: one stated, conditional switch tied to keeping context (Participant 02), against a reported worry that university tools run outdated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206240"/>
            <a:ext cx="5478628" cy="1554480"/>
          </a:xfrm>
          <a:prstGeom prst="roundRect">
            <a:avLst>
              <a:gd name="adj" fmla="val 470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315968"/>
            <a:ext cx="5112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Goal moved from intention to behaviour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645152"/>
            <a:ext cx="51128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asked whether students would use a university-proposed tool and engage with it. v0.1 asks whether they actually do their TFG work in it instead of their AI of choice.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5868" y="1371600"/>
            <a:ext cx="5478628" cy="2514600"/>
          </a:xfrm>
          <a:prstGeom prst="roundRect">
            <a:avLst>
              <a:gd name="adj" fmla="val 2909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8748" y="1481328"/>
            <a:ext cx="5112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open gaps – not yet validated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38748" y="1810512"/>
            <a:ext cx="511286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 is validated with real users; all three rest on the authors' own observations or second-hand reports (personas/selection.md).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vs. actual switching: Participant 02's switching condition is a stated intention, not observed behaviour (interview-evidence.md, ai-persona-01.md).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“Any degree” is still a hypothesis: all evidence so far comes from Computer Science, and AI habits may differ by degree (opportunity.md).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4206240"/>
            <a:ext cx="5478628" cy="1554480"/>
          </a:xfrm>
          <a:prstGeom prst="roundRect">
            <a:avLst>
              <a:gd name="adj" fmla="val 470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8748" y="4315968"/>
            <a:ext cx="5112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status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4645152"/>
            <a:ext cx="51128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deferred real-user validation on 2026-09-21 for lack of time; no synthetic Persona output is treated as validation (personas/selection.md).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run the test 28 Sep – 2 Oct 2026 and record results by 5 Oct, before the Phase 1 gate (experiment-card.md).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2026-09-21T20:52:22Z</dcterms:created>
  <dcterms:modified xsi:type="dcterms:W3CDTF">2026-09-21T20:52:22Z</dcterms:modified>
</cp:coreProperties>
</file>