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 Skeleton v0.1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TFGPT · final-year IE students · v0.1, updated 12 Oct 2026 for Group Project 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762695" y="8686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cites a file. Riskiest row highlighted.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028432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v0.1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Final-year IE students drift from their TFG's requirements or scope between deliverable meetings (~2 months in the Computer Science programme we heard about) and find out only at the meeting.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opportunity.md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Goal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them to realise when their TFG stops fulfilling its requirements or scope while working between deliverable meetings, so they don't lose weeks or months and deliver on time.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goals.md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to Be Done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out at the meeting that the last two months of work were faulty prompts students to seek a way to know beforehand that their work meets what's required, so they can move on instead of redoing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jtbd.md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student personas: The AI Cross-Checker, The Hopeful AI Improviser, The Accidental Discoverer; 1 stakeholder: The Few-Minutes Advisor. Not validated with real users.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personas/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ai-persona-01..04.md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Riskiest Assumption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 will use it instead of their AI of choice for the pre-meeting check, and alongside it for everything else. IE approval is a gate; adoption is the risk that survives the gate.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assumptions.md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7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Goal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whether final-year IE students actually do their TFG work in this tool instead of their AI of choice, strongly enough to guide the next decision.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goals.md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Wizard of Oz: a 20-minute session in a chat loaded with the student's topic and IE TFG guidelines; they check topic fit, structure, format and dates; answers given behind the curtain; we observe whether they stay in the chat instead of switching to their own AI.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experiment-card.md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Metric: students completing the task without opening their own AI, out of 10. Threshold ≥ 6, committed before the test. Result: 6 of 10, threshold met → CONTINUE: build a working slice with the IE guidelines loaded.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B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experiment-card.md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strength: MEDIUM · Personas: not validated with real users · Recruitment: recruitment.md · Strategy: ERRC.md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to Be Done &amp; Selected Personas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student personas for the same JTBD, plus the advisor as a stakeholder (ai-persona-04) · selection.md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77295" cy="868680"/>
          </a:xfrm>
          <a:prstGeom prst="roundRect">
            <a:avLst>
              <a:gd name="adj" fmla="val 6316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34440"/>
            <a:ext cx="108749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to Be Done: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students work through the ~2-month gap between deliverables without knowing whether they're on track, finding out at the meeting that work was faulty prompts them to seek a way to know beforehand, so they can move on to the next phase instead of redoing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576218" cy="3794760"/>
          </a:xfrm>
          <a:prstGeom prst="roundRect">
            <a:avLst>
              <a:gd name="adj" fmla="val 2046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41448"/>
            <a:ext cx="3210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Cross-Checker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770632"/>
            <a:ext cx="324703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almost all coursework through AI: pastes in the rubric, asks it to confirm the work meets it, and checks the result herself.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(coursework)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she'd move her TFG work off Claude for a tool that keeps her context, instead of re-prompting it each time.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– stated intention, Participant 02, not observed switching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new or unfamiliar topics she leans on the AI even more, so her own check is weakest exactly where the material is new.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7738" y="2331720"/>
            <a:ext cx="3576218" cy="3794760"/>
          </a:xfrm>
          <a:prstGeom prst="roundRect">
            <a:avLst>
              <a:gd name="adj" fmla="val 2046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0618" y="2441448"/>
            <a:ext cx="3210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Hopeful AI Improviser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72330" y="2770632"/>
            <a:ext cx="324703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thesis with a familiar AI, judges the result personally, rewrites it so it won't be flagged as AI writing, then hopes it holds at the meeting.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REPORTED, second-hand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using the AI already used for most work, because it's the best-known option and worries a university tool would run an outdated model.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REPORTED, second-hand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limited time, because TFG work competes with other subjects, and rework can consume the next deliverable's time.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8277" y="2331720"/>
            <a:ext cx="3576218" cy="3794760"/>
          </a:xfrm>
          <a:prstGeom prst="roundRect">
            <a:avLst>
              <a:gd name="adj" fmla="val 2046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1157" y="2441448"/>
            <a:ext cx="32104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Accidental Discoverer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22869" y="2770632"/>
            <a:ext cx="324703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what TFG information exists or where to find it; TFG documents are scattered across courses and emails.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/ SUPPORTED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critical document only because a friend happened to mention it – not through any official channel.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OBSERVED, one first-hand episode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email responses can take days, leaving the student waiting on an idea they don't yet know is safe to pursue.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9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REPORTED, first-hand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2026-09-21, not validated with real users (personas/selection.md). ai-persona-01's switching condition is stated, not observed (Participant 02).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Smallest Test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of Oz · 20-minute session · experiment-card.md, recruitment.md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01488" cy="1874520"/>
          </a:xfrm>
          <a:prstGeom prst="roundRect">
            <a:avLst>
              <a:gd name="adj" fmla="val 3902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44168"/>
            <a:ext cx="513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&amp; Method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73352"/>
            <a:ext cx="513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final-year IE students will do the TFG task with the copilot instead of their AI of choice, in a 20-minute session.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Wizard of Oz – a simple chat loaded with the student's topic and the IE TFG guidelines; they ask about topic fit, structure, format and dates; answers are produced behind the curtain.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33008" y="1234440"/>
            <a:ext cx="5501488" cy="1874520"/>
          </a:xfrm>
          <a:prstGeom prst="roundRect">
            <a:avLst>
              <a:gd name="adj" fmla="val 3902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5888" y="1344168"/>
            <a:ext cx="513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Metric, Threshold &amp; Decision Rule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15888" y="1673352"/>
            <a:ext cx="513572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students who complete the task without opening their own AI, out of 10 tested. Threshold ≥ 6, committed before the test.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strength: MEDIUM – 10 real final-year classmates, one simulated session; some haven't started their own TFG work yet.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→ CONTINUE, build a working slice; missed → CHANGE, reframe as a complement. Result: 6 of 10, met → CONTINUE.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5501488" cy="2971800"/>
          </a:xfrm>
          <a:prstGeom prst="roundRect">
            <a:avLst>
              <a:gd name="adj" fmla="val 2462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pic>
        <p:nvPicPr>
          <p:cNvPr id="11" name="Image 0" descr="/home/angel271/.cache/rpai-deck-v0.1/v0_unpacked/ppt/media/image-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547872"/>
            <a:ext cx="2651760" cy="235142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474720" y="3547872"/>
            <a:ext cx="230108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Prototype-v0 screenshot: what the student sees in the Wizard-of-Oz chat.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3008" y="3383280"/>
            <a:ext cx="5501488" cy="2971800"/>
          </a:xfrm>
          <a:prstGeom prst="roundRect">
            <a:avLst>
              <a:gd name="adj" fmla="val 2462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15888" y="3493008"/>
            <a:ext cx="513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415888" y="3822192"/>
            <a:ext cx="513572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held in the last week of September 2026. Results and decision recorded on 11 Oct 2026.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tested of 12 recruited (to cover no-shows); no decision on a partial sample.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via the class WhatsApp group and the TFGPT landing page (tfgpt-production.up.railway.app).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Tested: 5 BCSAI, 2 BBA, 2 BDBA, 1 BAM. 3 of 10 opened their own AI; 4 of 10 checked with Blackboard, a friend, Google or their supervisor.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access: recruitment.md · Full method and decision rule: experiment-card.md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Since Session 8, and What's Unknown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experiment-card.md · market-research.md · ERRC.md · opportunity.md · personas/selection.md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78628" cy="2514600"/>
          </a:xfrm>
          <a:prstGeom prst="roundRect">
            <a:avLst>
              <a:gd name="adj" fmla="val 2909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5112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Session 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51128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Wizard-of-Oz test met the bar: 6 of 10 did the tasks without opening their own AI, so the decision is CONTINUE.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evidence: the strongest alternative is the student's own ChatGPT or Claude, so TFGPT is used instead of it for the pre-meeting check and alongside it for everything else.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ERRC: no grade or verdict, fixes only for flagged points, guidelines and context preloaded, and a check TFGPT starts itself before each deliverable.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5478628" cy="1554480"/>
          </a:xfrm>
          <a:prstGeom prst="roundRect">
            <a:avLst>
              <a:gd name="adj" fmla="val 4706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15968"/>
            <a:ext cx="5112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 tested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645152"/>
            <a:ext cx="51128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asked whether students actually do their TFG work in TFGPT instead of their AI of choice. One session says yes for the check (6/10); the next Sprint Goal is the team's decision.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5868" y="1371600"/>
            <a:ext cx="5478628" cy="2514600"/>
          </a:xfrm>
          <a:prstGeom prst="roundRect">
            <a:avLst>
              <a:gd name="adj" fmla="val 2909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1481328"/>
            <a:ext cx="5112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open gaps – not yet validated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38748" y="1810512"/>
            <a:ext cx="51128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 is validated with real users yet (personas/selection.md).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use: the 6/10 came from one 20-minute session in a simulated chat, not a real deliverable (experiment-card.md).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falsifiers: a miss rate above 40% against a supervisor, another LLM giving the same flags for the same effort, and IE's commitment (ERRC.md).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5868" y="4206240"/>
            <a:ext cx="5478628" cy="1554480"/>
          </a:xfrm>
          <a:prstGeom prst="roundRect">
            <a:avLst>
              <a:gd name="adj" fmla="val 4706"/>
            </a:avLst>
          </a:prstGeom>
          <a:solidFill>
            <a:srgbClr val="F1F5F0"/>
          </a:solidFill>
          <a:ln w="9525">
            <a:solidFill>
              <a:srgbClr val="C9D3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8748" y="4315968"/>
            <a:ext cx="5112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status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38748" y="4645152"/>
            <a:ext cx="51128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deferred real-user validation on 2026-09-21 for lack of time; no synthetic Persona output is treated as validation (personas/selection.md).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spikes on the blockers (same flags with another LLM, miss rate against a supervisor, access to the guidelines), then a working slice (ERRC.md).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2026-09-21T20:52:22Z</dcterms:created>
  <dcterms:modified xsi:type="dcterms:W3CDTF">2026-09-21T20:52:22Z</dcterms:modified>
</cp:coreProperties>
</file>